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I'll walk you through an AI-powered QA tool I've designed and built from the ground up.
I want to share not just what it does, but the AI concepts, architectural decisions, and reasoning behind each choice.
This is not a tutorial project — it is a deployed product with a clear 7-step roadmap toward full test automation.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capabilities, all deployed live.
One: instant generation — user story in, 12 structured test cases out, in seconds.
Two: a review loop — review in Excel, add comments, upload back, AI revises only the flagged rows.
Three: context injection — upload a design document and the AI grounds its output in the actual feature spec.
I will show all three in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1: User provides a User Story with title, description, acceptance criteria, and optionally a design document.
Step 2: AI returns 12 structured test cases covering positive, negative, and edge cases.
Step 3: QA engineer downloads Excel, reviews each TC, adds comments where changes are needed.
Step 4: Upload it back. AI reads comments and revises only the flagged TCs — approved ones are preserved.
Step 5: Repeat until satisfied. Final set ready for manual testing or automation.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LLMs: probabilistic models, not deterministic engines. That shapes every design decision.
Prompt Engineering: I debugged a real production failure caused by over-condensing a prompt. Smaller models need explicit formatting instructions.
Context Injection: I evaluated a full RAG pipeline — Pinecone, Gemini embeddings, hybrid retrieval, chunking strategy — and decided NOT to build it because direct injection solved the same problem with zero infrastructure overhead. That is engineering judgment.
HITL: a named design pattern from AI safety research. Built deliberately, not accidentally.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audience through each layer.
Streamlit: the user-facing interface. Runs on Streamlit Community Cloud — accessible from any browser.
Groq + LLaMA 3.1 8b: the AI engine. Takes the User Story fields plus any uploaded design document and returns 12 structured test cases in JSON.
Excel + Review Loop: the human-in-the-loop mechanism. QA engineer downloads, reviews, adds comments, re-uploads. AI revises only flagged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libraries power the deployed application.
Streamlit: the UI layer — pure Python, no HTML or CSS.
Groq + LLaMA 3.1 8b: the AI engine — fast inference, generous free tier, structured JSON output.
python-docx + pdfplumber: reads uploaded design documents and injects the text into the prompt for context-aware test case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product, not a one-off script.
Steps 1 and 2 are live — you will see them in the demo.
Step 3: agent reads each approved TC and returns automatable or not, with a confidence score and reasoning.
Step 4: agent navigates the actual target app, takes DOM snapshots, extracts stable selectors, generates Page Object Model files.
Step 5: agent writes complete Playwright test scripts in JavaScript — POM pattern, data-driven. Ready to commit.
Step 6: agent creates a branch, commits the scripts, opens a Pull Request for human review.
Step 7: run tests in test environment, capture screenshots, return structured PASS/FAIL report.
End state: QA engineer provides a User Story and gets back a committed PR with Playwright scripts — in hours, not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
1. Open the live Streamlit app URL on screen.
2. Enter User Story Title: 'User Login with Email and Password'
3. Enter Description and 2-3 Acceptance Criteria.
4. (Optional) Upload a PDF design doc to show context injection.
5. Click Generate. Point out: positive, negative, and edge cases all present.
6. Download Excel — show the Comments column is already there.
7. Upload a pre-prepared reviewed Excel with 2-3 comments already added (saves demo time).
8. Click Revise — show the AI revised only the commented rows.
KEY POINT: The AI preserved all approved TCs and only revised the ones with comments. That is intentional — human approval is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3: Before writing code, the QA lead needs to know which TCs are worth automating. The agent does that assessment — structured decision per TC with reasoning.
Step 4: Critical infrastructure. Without stable, validated selectors, generated scripts are fragile. The agent navigates the live app and extracts real selectors — not guesses.
Step 5: Complete, runnable Playwright scripts assembled by the agent. JS/Playwright first. Java/Selenium and Python/Pytest as future enhancements.
Steps 3-5 together take the product from TC generator to automation script generator — a significantly higher value proposition.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closing messages:
1. This is a deployed, working product — not a prototype.
2. Every technology choice was deliberate and in some cases changed when it did not work.
3. I designed and evaluated things I did not build — that is engineering judgment, not just coding.
4. The 7-step roadmap makes this a product, not a tool.
Open for questions on any layer: prompt engineering, architecture, LangGraph, MCP, or the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F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97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A5E9"/>
                </a:solidFill>
              </a:rPr>
              <a:t>DEMO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QA</a:t>
            </a:r>
            <a:endParaRPr lang="en-US" sz="4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Generator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94360" y="340156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Intelligent, Deterministic Test Automation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Satheesh  |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417320"/>
            <a:ext cx="8595360" cy="109728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48640" y="1714500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7145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149047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TC Generation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8745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User Story with title, description, and acceptance criteria. The AI generates 12 structured test cases in seconds — positive, negative, and edge cases included.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606040"/>
            <a:ext cx="8595360" cy="109728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90322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032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267919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Review Loop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30632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test cases as Excel. Add review comments per row. Upload back — the AI reads every comment and revises only the flagged cases. Approved rows are never changed.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794760"/>
            <a:ext cx="8595360" cy="109728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0919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0919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386791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Output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42519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design document (PDF or Word). The AI reads the spec and generates more accurate, deterministic test cases grounded in the actual feature requirements.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</a:rPr>
              <a:t>HOW IT 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8595360" cy="649224"/>
          </a:xfrm>
          <a:prstGeom prst="roundRect">
            <a:avLst>
              <a:gd name="adj" fmla="val 11268"/>
            </a:avLst>
          </a:prstGeom>
          <a:solidFill>
            <a:srgbClr val="EFF6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559052"/>
            <a:ext cx="457200" cy="457200"/>
          </a:xfrm>
          <a:prstGeom prst="ellipse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5590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545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93008" y="1545336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provides a User Story with title, description, and acceptance criteria. A design document can be uploaded for additional context.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157984"/>
            <a:ext cx="8595360" cy="649224"/>
          </a:xfrm>
          <a:prstGeom prst="roundRect">
            <a:avLst>
              <a:gd name="adj" fmla="val 11268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" y="2253996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2539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78992" y="2240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93008" y="224028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returns 12 structured test cases covering positive, negative, and edge case scenarios — in seconds, formatted as JSON.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852928"/>
            <a:ext cx="8595360" cy="649224"/>
          </a:xfrm>
          <a:prstGeom prst="roundRect">
            <a:avLst>
              <a:gd name="adj" fmla="val 11268"/>
            </a:avLst>
          </a:prstGeom>
          <a:solidFill>
            <a:srgbClr val="EFF6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29489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" y="29352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93008" y="2935224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 downloads the Excel output, reviews each test case, and adds comments on any row that needs revision.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547872"/>
            <a:ext cx="8595360" cy="649224"/>
          </a:xfrm>
          <a:prstGeom prst="roundRect">
            <a:avLst>
              <a:gd name="adj" fmla="val 11268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" y="3643884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6438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78992" y="36301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Revises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93008" y="3630168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reads every comment and revises only the flagged test cases. Rows without comments are preserved exactly as approved.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242816"/>
            <a:ext cx="8595360" cy="649224"/>
          </a:xfrm>
          <a:prstGeom prst="roundRect">
            <a:avLst>
              <a:gd name="adj" fmla="val 11268"/>
            </a:avLst>
          </a:prstGeom>
          <a:solidFill>
            <a:srgbClr val="EFF6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" y="433882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43388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78992" y="43251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93008" y="4325112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 case set is signed off and ready for manual testing or handed to the agent for automation script generation.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</a:rPr>
              <a:t>AI CONCEPTS APPLIED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AI Concepts Applied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416052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716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 (LLM)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773936"/>
            <a:ext cx="39319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brain. LLaMA 3.1 8b is a transformer-based model that reasons about software behaviour and produces structured JSON — not a search engine or a rules engine.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416052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716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773936"/>
            <a:ext cx="39319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communicate intent to an LLM. Smaller models (8b) need multi-line, explicitly formatted JSON examples in the system prompt. A condensed one-liner caused complete output failure in production.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15468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154680"/>
            <a:ext cx="41605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154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Injection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557016"/>
            <a:ext cx="39319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the AI domain-specific information at inference time. Injecting design document text into the prompt grounds test case generation in the actual feature spec — the foundation of RAG.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315468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154680"/>
            <a:ext cx="41605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154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(HITL)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557016"/>
            <a:ext cx="39319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industry-recognised AI design pattern where humans review and correct AI output before it is finalised. The Excel review loop is a deliberate HITL implementation.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A5E9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463040" y="1170432"/>
            <a:ext cx="6217920" cy="3246120"/>
          </a:xfrm>
          <a:prstGeom prst="roundRect">
            <a:avLst>
              <a:gd name="adj" fmla="val 4225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00200" y="12984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EA5E9"/>
                </a:solidFill>
              </a:rPr>
              <a:t>TC GENERATOR  —  DEPLOYED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27632" y="1691640"/>
            <a:ext cx="5897880" cy="804672"/>
          </a:xfrm>
          <a:prstGeom prst="roundRect">
            <a:avLst>
              <a:gd name="adj" fmla="val 9091"/>
            </a:avLst>
          </a:prstGeom>
          <a:solidFill>
            <a:srgbClr val="1C3F6E"/>
          </a:solidFill>
          <a:ln/>
        </p:spPr>
      </p:sp>
      <p:sp>
        <p:nvSpPr>
          <p:cNvPr id="7" name="Text 5"/>
          <p:cNvSpPr/>
          <p:nvPr/>
        </p:nvSpPr>
        <p:spPr>
          <a:xfrm>
            <a:off x="1764792" y="1691640"/>
            <a:ext cx="5623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Streamlit UI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</a:rPr>
              <a:t>Accepts User Story title, description, acceptance criteria, and optional design document upload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27632" y="2606040"/>
            <a:ext cx="5897880" cy="804672"/>
          </a:xfrm>
          <a:prstGeom prst="roundRect">
            <a:avLst>
              <a:gd name="adj" fmla="val 9091"/>
            </a:avLst>
          </a:prstGeom>
          <a:solidFill>
            <a:srgbClr val="6D28D9"/>
          </a:solidFill>
          <a:ln/>
        </p:spPr>
      </p:sp>
      <p:sp>
        <p:nvSpPr>
          <p:cNvPr id="9" name="Text 7"/>
          <p:cNvSpPr/>
          <p:nvPr/>
        </p:nvSpPr>
        <p:spPr>
          <a:xfrm>
            <a:off x="1764792" y="2606040"/>
            <a:ext cx="5623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Groq  +  LLaMA 3.1 8b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</a:rPr>
              <a:t>Prompt engineering layer converts structured input into 12 test cases — positive, negative, edge — as JSON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27632" y="3520440"/>
            <a:ext cx="5897880" cy="804672"/>
          </a:xfrm>
          <a:prstGeom prst="roundRect">
            <a:avLst>
              <a:gd name="adj" fmla="val 9091"/>
            </a:avLst>
          </a:prstGeom>
          <a:solidFill>
            <a:srgbClr val="047857"/>
          </a:solidFill>
          <a:ln/>
        </p:spPr>
      </p:sp>
      <p:sp>
        <p:nvSpPr>
          <p:cNvPr id="11" name="Text 9"/>
          <p:cNvSpPr/>
          <p:nvPr/>
        </p:nvSpPr>
        <p:spPr>
          <a:xfrm>
            <a:off x="1764792" y="3520440"/>
            <a:ext cx="5623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Excel  +  Review Loop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</a:rPr>
              <a:t>pandas/openpyxl exports test cases; user adds comments per row; AI reads and revises only flagged TCs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</a:rPr>
              <a:t>TECH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Powers the Application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668780"/>
            <a:ext cx="502920" cy="502920"/>
          </a:xfrm>
          <a:prstGeom prst="ellipse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8448" y="1527048"/>
            <a:ext cx="7315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F6E"/>
                </a:solidFill>
              </a:rPr>
              <a:t>Streamlit</a:t>
            </a:r>
            <a:pPr indent="0" marL="0">
              <a:buNone/>
            </a:pPr>
            <a:r>
              <a:rPr lang="en-US" sz="1300" i="1" dirty="0">
                <a:solidFill>
                  <a:srgbClr val="0EA5E9"/>
                </a:solidFill>
              </a:rPr>
              <a:t>     Frontend UI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281178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8448" y="2670048"/>
            <a:ext cx="7315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F6E"/>
                </a:solidFill>
              </a:rPr>
              <a:t>Groq  +  LLaMA 3.1 8b</a:t>
            </a:r>
            <a:pPr indent="0" marL="0">
              <a:buNone/>
            </a:pPr>
            <a:r>
              <a:rPr lang="en-US" sz="1300" i="1" dirty="0">
                <a:solidFill>
                  <a:srgbClr val="0EA5E9"/>
                </a:solidFill>
              </a:rPr>
              <a:t>     LLM — Test Case Generator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65760" y="370332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" y="395478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3813048"/>
            <a:ext cx="7315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F6E"/>
                </a:solidFill>
              </a:rPr>
              <a:t>python-docx  +  pdfplumber</a:t>
            </a:r>
            <a:pPr indent="0" marL="0">
              <a:buNone/>
            </a:pPr>
            <a:r>
              <a:rPr lang="en-US" sz="1300" i="1" dirty="0">
                <a:solidFill>
                  <a:srgbClr val="0EA5E9"/>
                </a:solidFill>
              </a:rPr>
              <a:t>     Document Parser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A5E9"/>
                </a:solidFill>
              </a:rPr>
              <a:t>PRODUCT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7-Step Vision: Manual QA to Full Automation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8595360" cy="475488"/>
          </a:xfrm>
          <a:prstGeom prst="roundRect">
            <a:avLst>
              <a:gd name="adj" fmla="val 13462"/>
            </a:avLst>
          </a:prstGeom>
          <a:solidFill>
            <a:srgbClr val="0D4F35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" y="1197864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97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9848" y="12252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EE7B7"/>
                </a:solidFill>
              </a:rPr>
              <a:t>DONE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069848" y="14264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Generation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63240" y="124358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+ AC → 12 structured test cases in seconds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709928"/>
            <a:ext cx="8595360" cy="475488"/>
          </a:xfrm>
          <a:prstGeom prst="roundRect">
            <a:avLst>
              <a:gd name="adj" fmla="val 13462"/>
            </a:avLst>
          </a:prstGeom>
          <a:solidFill>
            <a:srgbClr val="0D4F35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1719072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9848" y="174650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EE7B7"/>
                </a:solidFill>
              </a:rPr>
              <a:t>DONE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069848" y="19476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Loop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63240" y="176479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comments → AI revises flagged TCs only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231136"/>
            <a:ext cx="8595360" cy="475488"/>
          </a:xfrm>
          <a:prstGeom prst="roundRect">
            <a:avLst>
              <a:gd name="adj" fmla="val 13462"/>
            </a:avLst>
          </a:prstGeom>
          <a:solidFill>
            <a:srgbClr val="162C4A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" y="2240280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9848" y="22677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3C5FD"/>
                </a:solidFill>
              </a:rPr>
              <a:t>PLANNED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069848" y="24688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63240" y="228600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assesses which TCs can be automated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752344"/>
            <a:ext cx="8595360" cy="475488"/>
          </a:xfrm>
          <a:prstGeom prst="roundRect">
            <a:avLst>
              <a:gd name="adj" fmla="val 13462"/>
            </a:avLst>
          </a:prstGeom>
          <a:solidFill>
            <a:srgbClr val="162C4A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" y="2761488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69848" y="27889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3C5FD"/>
                </a:solidFill>
              </a:rPr>
              <a:t>PLANNED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069848" y="29900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 Discovery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63240" y="280720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navigates app, extracts stable selectors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273552"/>
            <a:ext cx="8595360" cy="475488"/>
          </a:xfrm>
          <a:prstGeom prst="roundRect">
            <a:avLst>
              <a:gd name="adj" fmla="val 13462"/>
            </a:avLst>
          </a:prstGeom>
          <a:solidFill>
            <a:srgbClr val="162C4A"/>
          </a:solidFill>
          <a:ln/>
        </p:spPr>
      </p:sp>
      <p:sp>
        <p:nvSpPr>
          <p:cNvPr id="29" name="Shape 27"/>
          <p:cNvSpPr/>
          <p:nvPr/>
        </p:nvSpPr>
        <p:spPr>
          <a:xfrm>
            <a:off x="475488" y="3282696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69848" y="33101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3C5FD"/>
                </a:solidFill>
              </a:rPr>
              <a:t>PLANNED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069848" y="35112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Gen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063240" y="332841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Playwright POM test scripts in JavaScript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3794760"/>
            <a:ext cx="8595360" cy="475488"/>
          </a:xfrm>
          <a:prstGeom prst="roundRect">
            <a:avLst>
              <a:gd name="adj" fmla="val 13462"/>
            </a:avLst>
          </a:prstGeom>
          <a:solidFill>
            <a:srgbClr val="162C4A"/>
          </a:solidFill>
          <a:ln/>
        </p:spPr>
      </p:sp>
      <p:sp>
        <p:nvSpPr>
          <p:cNvPr id="35" name="Shape 33"/>
          <p:cNvSpPr/>
          <p:nvPr/>
        </p:nvSpPr>
        <p:spPr>
          <a:xfrm>
            <a:off x="475488" y="3803904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69848" y="38313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3C5FD"/>
                </a:solidFill>
              </a:rPr>
              <a:t>PLANNED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069848" y="40325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/ Review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063240" y="384962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pushes branch, opens Pull Request for review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4315968"/>
            <a:ext cx="8595360" cy="475488"/>
          </a:xfrm>
          <a:prstGeom prst="roundRect">
            <a:avLst>
              <a:gd name="adj" fmla="val 13462"/>
            </a:avLst>
          </a:prstGeom>
          <a:solidFill>
            <a:srgbClr val="162C4A"/>
          </a:solidFill>
          <a:ln/>
        </p:spPr>
      </p:sp>
      <p:sp>
        <p:nvSpPr>
          <p:cNvPr id="41" name="Shape 39"/>
          <p:cNvSpPr/>
          <p:nvPr/>
        </p:nvSpPr>
        <p:spPr>
          <a:xfrm>
            <a:off x="475488" y="4325112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69848" y="435254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3C5FD"/>
                </a:solidFill>
              </a:rPr>
              <a:t>PLANNED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069848" y="45537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+ Report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063240" y="437083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tests, screenshots, structured PASS/FAIL report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3F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0" y="640080"/>
            <a:ext cx="2560320" cy="2560320"/>
          </a:xfrm>
          <a:prstGeom prst="ellipse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11880" y="960120"/>
            <a:ext cx="1920240" cy="1920240"/>
          </a:xfrm>
          <a:prstGeom prst="ellipse">
            <a:avLst/>
          </a:prstGeom>
          <a:solidFill>
            <a:srgbClr val="0EA5E9">
              <a:alpha val="42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94760" y="11887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Play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2461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400507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8C8F0"/>
                </a:solidFill>
              </a:rPr>
              <a:t>Deployed on Streamlit Community Cloud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</a:rPr>
              <a:t>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I'm Building Next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850392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719072"/>
            <a:ext cx="420624" cy="4206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&gt;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4128" y="146304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Automation Feasibility Assessment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847088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approved TCs. The agent evaluates each one: Can this be automated? Confidence score. Reason for manual-only cases. QA leads use this output to plan their automation sprint before writing a single line of code.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596896"/>
            <a:ext cx="850392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" y="2926080"/>
            <a:ext cx="420624" cy="42062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926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&gt;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4128" y="26700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Page Object Discovery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3054096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receives a target URL. It navigates the application using Playwright MCP, takes DOM snapshots screen by screen, extracts stable selectors, and generates Page Object Model files — the reusable foundation for all automation scripts.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803904"/>
            <a:ext cx="850392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4133088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133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&gt;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24128" y="387705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Test Script Generation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4261104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approved TCs and validated Page Objects, the agent writes complete Playwright test scripts in JavaScript following POM and Data-Driven patterns. Output is committed code — not a template, not pseudo-code.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3F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4114800" cy="4114800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22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2542032"/>
            <a:ext cx="2743200" cy="0"/>
          </a:xfrm>
          <a:prstGeom prst="line">
            <a:avLst/>
          </a:prstGeom>
          <a:noFill/>
          <a:ln w="12700">
            <a:solidFill>
              <a:srgbClr val="3B6E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24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AFD4"/>
                </a:solidFill>
              </a:rPr>
              <a:t>Built by: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Satheesh</a:t>
            </a:r>
            <a:pPr algn="ctr" indent="0" marL="0">
              <a:buNone/>
            </a:pPr>
            <a:r>
              <a:rPr lang="en-US" sz="1300" dirty="0">
                <a:solidFill>
                  <a:srgbClr val="7FAFD4"/>
                </a:solidFill>
              </a:rPr>
              <a:t>   |   Stack: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Python  ·  Streamlit  ·  Groq  ·  LLaMA 3.1 8b  ·  python-docx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310128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AFD4"/>
                </a:solidFill>
              </a:rPr>
              <a:t>Live: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Deployed on Streamlit Community Cloud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FAFD4"/>
                </a:solidFill>
              </a:rPr>
              <a:t>GitHub: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EA5E9"/>
                </a:solidFill>
              </a:rPr>
              <a:t>github.com/satheeshchinnasamy/ai-test-case-generator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QA Test Case Generator</dc:title>
  <dc:subject>PptxGenJS Presentation</dc:subject>
  <dc:creator>Satheesh</dc:creator>
  <cp:lastModifiedBy>Satheesh</cp:lastModifiedBy>
  <cp:revision>1</cp:revision>
  <dcterms:created xsi:type="dcterms:W3CDTF">2026-07-07T13:11:16Z</dcterms:created>
  <dcterms:modified xsi:type="dcterms:W3CDTF">2026-07-07T13:11:16Z</dcterms:modified>
</cp:coreProperties>
</file>